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1646"/>
          </a:xfrm>
          <a:prstGeom prst="rect">
            <a:avLst/>
          </a:prstGeom>
          <a:solidFill>
            <a:srgbClr val="FBFAF7"/>
          </a:solidFill>
          <a:ln w="12700">
            <a:solidFill>
              <a:srgbClr val="FBFA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35426" y="1246909"/>
            <a:ext cx="3441761" cy="4520957"/>
          </a:xfrm>
          <a:prstGeom prst="roundRect">
            <a:avLst>
              <a:gd name="adj" fmla="val 1860"/>
            </a:avLst>
          </a:prstGeom>
          <a:solidFill>
            <a:srgbClr val="F4FAFF">
              <a:alpha val="86000"/>
            </a:srgbClr>
          </a:solidFill>
          <a:ln w="12700">
            <a:solidFill>
              <a:srgbClr val="86A8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17837" y="1246909"/>
            <a:ext cx="3237588" cy="4520957"/>
          </a:xfrm>
          <a:prstGeom prst="roundRect">
            <a:avLst>
              <a:gd name="adj" fmla="val 1977"/>
            </a:avLst>
          </a:prstGeom>
          <a:solidFill>
            <a:srgbClr val="F4FAFF">
              <a:alpha val="86000"/>
            </a:srgbClr>
          </a:solidFill>
          <a:ln w="12700">
            <a:solidFill>
              <a:srgbClr val="86A8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96076" y="1246909"/>
            <a:ext cx="3106335" cy="4520957"/>
          </a:xfrm>
          <a:prstGeom prst="roundRect">
            <a:avLst>
              <a:gd name="adj" fmla="val 2061"/>
            </a:avLst>
          </a:prstGeom>
          <a:solidFill>
            <a:srgbClr val="F4FAFF">
              <a:alpha val="86000"/>
            </a:srgbClr>
          </a:solidFill>
          <a:ln w="12700">
            <a:solidFill>
              <a:srgbClr val="86A8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3349" y="2078182"/>
            <a:ext cx="2909454" cy="1130239"/>
          </a:xfrm>
          <a:prstGeom prst="roundRect">
            <a:avLst>
              <a:gd name="adj" fmla="val 4450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3349" y="4105320"/>
            <a:ext cx="2909454" cy="1115655"/>
          </a:xfrm>
          <a:prstGeom prst="roundRect">
            <a:avLst>
              <a:gd name="adj" fmla="val 4508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89722" y="2005263"/>
            <a:ext cx="2493818" cy="714603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89722" y="2909454"/>
            <a:ext cx="2493818" cy="714603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89722" y="3820938"/>
            <a:ext cx="2493818" cy="714603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89722" y="4725129"/>
            <a:ext cx="2493818" cy="707311"/>
          </a:xfrm>
          <a:prstGeom prst="roundRect">
            <a:avLst>
              <a:gd name="adj" fmla="val 7110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224210" y="2005263"/>
            <a:ext cx="2450067" cy="714603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224210" y="3383426"/>
            <a:ext cx="2450067" cy="721895"/>
          </a:xfrm>
          <a:prstGeom prst="roundRect">
            <a:avLst>
              <a:gd name="adj" fmla="val 6967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24210" y="4644919"/>
            <a:ext cx="2450067" cy="729187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5875">
            <a:solidFill>
              <a:srgbClr val="0A3475"/>
            </a:solidFill>
            <a:prstDash val="solid"/>
          </a:ln>
          <a:effectLst>
            <a:outerShdw sx="100000" sy="100000" kx="0" ky="0" algn="bl" rotWithShape="0" blurRad="25400" dist="50800" dir="5400000">
              <a:srgbClr val="315887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92804" y="2362565"/>
            <a:ext cx="1538584" cy="0"/>
          </a:xfrm>
          <a:prstGeom prst="line">
            <a:avLst/>
          </a:prstGeom>
          <a:noFill/>
          <a:ln w="22860">
            <a:solidFill>
              <a:srgbClr val="0A347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83540" y="2362565"/>
            <a:ext cx="1575043" cy="0"/>
          </a:xfrm>
          <a:prstGeom prst="line">
            <a:avLst/>
          </a:prstGeom>
          <a:noFill/>
          <a:ln w="22860">
            <a:solidFill>
              <a:srgbClr val="0A3475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558431" y="4477206"/>
            <a:ext cx="1531292" cy="0"/>
          </a:xfrm>
          <a:prstGeom prst="line">
            <a:avLst/>
          </a:prstGeom>
          <a:noFill/>
          <a:ln w="22860">
            <a:solidFill>
              <a:srgbClr val="0A3475"/>
            </a:solidFill>
            <a:prstDash val="solid"/>
            <a:headEnd type="triangl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0376325" y="2719866"/>
            <a:ext cx="0" cy="597933"/>
          </a:xfrm>
          <a:prstGeom prst="line">
            <a:avLst/>
          </a:prstGeom>
          <a:noFill/>
          <a:ln w="22860">
            <a:solidFill>
              <a:srgbClr val="0A3475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376325" y="4105320"/>
            <a:ext cx="0" cy="481263"/>
          </a:xfrm>
          <a:prstGeom prst="line">
            <a:avLst/>
          </a:prstGeom>
          <a:noFill/>
          <a:ln w="22860">
            <a:solidFill>
              <a:srgbClr val="0A347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18852" y="5993914"/>
            <a:ext cx="5220976" cy="525014"/>
          </a:xfrm>
          <a:prstGeom prst="roundRect">
            <a:avLst>
              <a:gd name="adj" fmla="val 13063"/>
            </a:avLst>
          </a:prstGeom>
          <a:solidFill>
            <a:srgbClr val="FFF5CE">
              <a:alpha val="82000"/>
            </a:srgbClr>
          </a:solidFill>
          <a:ln w="12700">
            <a:solidFill>
              <a:srgbClr val="0A34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2966" y="123962"/>
            <a:ext cx="8546067" cy="46667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64" b="1" dirty="0">
                <a:solidFill>
                  <a:srgbClr val="073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智慧农业大棚数字孪生监控与联动控制系统</a:t>
            </a:r>
            <a:endParaRPr lang="en-US" sz="2964" dirty="0"/>
          </a:p>
        </p:txBody>
      </p:sp>
      <p:sp>
        <p:nvSpPr>
          <p:cNvPr id="22" name="Text 20"/>
          <p:cNvSpPr/>
          <p:nvPr/>
        </p:nvSpPr>
        <p:spPr>
          <a:xfrm>
            <a:off x="5279311" y="787522"/>
            <a:ext cx="1633378" cy="3135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项目定位图</a:t>
            </a:r>
            <a:endParaRPr lang="en-US" sz="1938" dirty="0"/>
          </a:p>
        </p:txBody>
      </p:sp>
      <p:sp>
        <p:nvSpPr>
          <p:cNvPr id="23" name="Text 21"/>
          <p:cNvSpPr/>
          <p:nvPr/>
        </p:nvSpPr>
        <p:spPr>
          <a:xfrm>
            <a:off x="1297952" y="1421914"/>
            <a:ext cx="1509416" cy="3135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b="1" dirty="0">
                <a:solidFill>
                  <a:srgbClr val="073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大棚数据来源</a:t>
            </a:r>
            <a:endParaRPr lang="en-US" sz="1938" dirty="0"/>
          </a:p>
        </p:txBody>
      </p:sp>
      <p:sp>
        <p:nvSpPr>
          <p:cNvPr id="24" name="Text 22"/>
          <p:cNvSpPr/>
          <p:nvPr/>
        </p:nvSpPr>
        <p:spPr>
          <a:xfrm>
            <a:off x="5330354" y="1421914"/>
            <a:ext cx="2019847" cy="3135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b="1" dirty="0">
                <a:solidFill>
                  <a:srgbClr val="073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ThingsBoard 平台</a:t>
            </a:r>
            <a:endParaRPr lang="en-US" sz="1938" dirty="0"/>
          </a:p>
        </p:txBody>
      </p:sp>
      <p:sp>
        <p:nvSpPr>
          <p:cNvPr id="25" name="Text 23"/>
          <p:cNvSpPr/>
          <p:nvPr/>
        </p:nvSpPr>
        <p:spPr>
          <a:xfrm>
            <a:off x="9676306" y="1421914"/>
            <a:ext cx="1545876" cy="3135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38" b="1" dirty="0">
                <a:solidFill>
                  <a:srgbClr val="073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数字孪生展示</a:t>
            </a:r>
            <a:endParaRPr lang="en-US" sz="1938" dirty="0"/>
          </a:p>
        </p:txBody>
      </p:sp>
      <p:sp>
        <p:nvSpPr>
          <p:cNvPr id="26" name="Text 24"/>
          <p:cNvSpPr/>
          <p:nvPr/>
        </p:nvSpPr>
        <p:spPr>
          <a:xfrm>
            <a:off x="1436498" y="2326105"/>
            <a:ext cx="1210450" cy="2770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传感器数据</a:t>
            </a:r>
            <a:endParaRPr lang="en-US" sz="1710" dirty="0"/>
          </a:p>
        </p:txBody>
      </p:sp>
      <p:sp>
        <p:nvSpPr>
          <p:cNvPr id="27" name="Text 25"/>
          <p:cNvSpPr/>
          <p:nvPr/>
        </p:nvSpPr>
        <p:spPr>
          <a:xfrm>
            <a:off x="875024" y="2712574"/>
            <a:ext cx="2318813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2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温度 / 湿度 / 光照 / 水位 / CO₂</a:t>
            </a:r>
            <a:endParaRPr lang="en-US" sz="1482" dirty="0"/>
          </a:p>
        </p:txBody>
      </p:sp>
      <p:sp>
        <p:nvSpPr>
          <p:cNvPr id="28" name="Text 26"/>
          <p:cNvSpPr/>
          <p:nvPr/>
        </p:nvSpPr>
        <p:spPr>
          <a:xfrm>
            <a:off x="1443789" y="4345952"/>
            <a:ext cx="1210450" cy="27709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10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执行器状态</a:t>
            </a:r>
            <a:endParaRPr lang="en-US" sz="1710" dirty="0"/>
          </a:p>
        </p:txBody>
      </p:sp>
      <p:sp>
        <p:nvSpPr>
          <p:cNvPr id="29" name="Text 27"/>
          <p:cNvSpPr/>
          <p:nvPr/>
        </p:nvSpPr>
        <p:spPr>
          <a:xfrm>
            <a:off x="904191" y="4725129"/>
            <a:ext cx="2289646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82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风扇 / 补光灯 / 喷淋 / 补水泵</a:t>
            </a:r>
            <a:endParaRPr lang="en-US" sz="1482" dirty="0"/>
          </a:p>
        </p:txBody>
      </p:sp>
      <p:sp>
        <p:nvSpPr>
          <p:cNvPr id="30" name="Text 28"/>
          <p:cNvSpPr/>
          <p:nvPr/>
        </p:nvSpPr>
        <p:spPr>
          <a:xfrm>
            <a:off x="5578277" y="2253187"/>
            <a:ext cx="1516708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MQTT 数据接入</a:t>
            </a:r>
            <a:endParaRPr lang="en-US" sz="1596" dirty="0"/>
          </a:p>
        </p:txBody>
      </p:sp>
      <p:sp>
        <p:nvSpPr>
          <p:cNvPr id="31" name="Text 29"/>
          <p:cNvSpPr/>
          <p:nvPr/>
        </p:nvSpPr>
        <p:spPr>
          <a:xfrm>
            <a:off x="5716823" y="3171962"/>
            <a:ext cx="1239617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遥测数据存储</a:t>
            </a:r>
            <a:endParaRPr lang="en-US" sz="1596" dirty="0"/>
          </a:p>
        </p:txBody>
      </p:sp>
      <p:sp>
        <p:nvSpPr>
          <p:cNvPr id="32" name="Text 30"/>
          <p:cNvSpPr/>
          <p:nvPr/>
        </p:nvSpPr>
        <p:spPr>
          <a:xfrm>
            <a:off x="5694947" y="4083445"/>
            <a:ext cx="1305244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远程控制</a:t>
            </a:r>
            <a:endParaRPr lang="en-US" sz="1596" dirty="0"/>
          </a:p>
        </p:txBody>
      </p:sp>
      <p:sp>
        <p:nvSpPr>
          <p:cNvPr id="33" name="Text 31"/>
          <p:cNvSpPr/>
          <p:nvPr/>
        </p:nvSpPr>
        <p:spPr>
          <a:xfrm>
            <a:off x="5658488" y="4994928"/>
            <a:ext cx="1385455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告警与规则联动</a:t>
            </a:r>
            <a:endParaRPr lang="en-US" sz="1596" dirty="0"/>
          </a:p>
        </p:txBody>
      </p:sp>
      <p:sp>
        <p:nvSpPr>
          <p:cNvPr id="34" name="Text 32"/>
          <p:cNvSpPr/>
          <p:nvPr/>
        </p:nvSpPr>
        <p:spPr>
          <a:xfrm>
            <a:off x="9720057" y="2253187"/>
            <a:ext cx="1465665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大屏</a:t>
            </a:r>
            <a:endParaRPr lang="en-US" sz="1596" dirty="0"/>
          </a:p>
        </p:txBody>
      </p:sp>
      <p:sp>
        <p:nvSpPr>
          <p:cNvPr id="35" name="Text 33"/>
          <p:cNvSpPr/>
          <p:nvPr/>
        </p:nvSpPr>
        <p:spPr>
          <a:xfrm>
            <a:off x="9669014" y="3645933"/>
            <a:ext cx="1575043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3D 大棚</a:t>
            </a:r>
            <a:endParaRPr lang="en-US" sz="1596" dirty="0"/>
          </a:p>
        </p:txBody>
      </p:sp>
      <p:sp>
        <p:nvSpPr>
          <p:cNvPr id="36" name="Text 34"/>
          <p:cNvSpPr/>
          <p:nvPr/>
        </p:nvSpPr>
        <p:spPr>
          <a:xfrm>
            <a:off x="9836727" y="4958469"/>
            <a:ext cx="1093780" cy="24792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虚实状态同步</a:t>
            </a:r>
            <a:endParaRPr lang="en-US" sz="1596" dirty="0"/>
          </a:p>
        </p:txBody>
      </p:sp>
      <p:sp>
        <p:nvSpPr>
          <p:cNvPr id="37" name="Text 35"/>
          <p:cNvSpPr/>
          <p:nvPr/>
        </p:nvSpPr>
        <p:spPr>
          <a:xfrm>
            <a:off x="3908440" y="2078182"/>
            <a:ext cx="670852" cy="2260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遥测上传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8079387" y="2078182"/>
            <a:ext cx="670852" cy="2260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实时展示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3908440" y="4236574"/>
            <a:ext cx="670852" cy="22604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 控制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0529454" y="2902163"/>
            <a:ext cx="714603" cy="2333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11111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状态驱动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4506373" y="6139751"/>
            <a:ext cx="3594890" cy="2916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81" b="1" dirty="0">
                <a:solidFill>
                  <a:srgbClr val="0730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实时数据驱动虚拟大棚同步变化</a:t>
            </a:r>
            <a:endParaRPr lang="en-US" sz="188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thingsboard-smart-greenhouse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Greenhouse Digital Twin Editable Rebuild</dc:title>
  <dc:subject>Editable rebuild from split PPT visual assets</dc:subject>
  <dc:creator>Codex</dc:creator>
  <cp:lastModifiedBy>Codex</cp:lastModifiedBy>
  <cp:revision>1</cp:revision>
  <dcterms:created xsi:type="dcterms:W3CDTF">2026-06-01T15:47:35Z</dcterms:created>
  <dcterms:modified xsi:type="dcterms:W3CDTF">2026-06-01T15:47:35Z</dcterms:modified>
</cp:coreProperties>
</file>